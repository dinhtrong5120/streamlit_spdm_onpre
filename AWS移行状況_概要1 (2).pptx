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BBABED-1208-46A8-80EA-86721114D8E5}" v="1725" dt="2025-10-23T05:47:43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1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WABUCHI, TOMOYA" userId="44d97360-d0f8-446b-842f-74bbeeac813b" providerId="ADAL" clId="{6BBBABED-1208-46A8-80EA-86721114D8E5}"/>
    <pc:docChg chg="undo custSel delSld modSld sldOrd">
      <pc:chgData name="KAWABUCHI, TOMOYA" userId="44d97360-d0f8-446b-842f-74bbeeac813b" providerId="ADAL" clId="{6BBBABED-1208-46A8-80EA-86721114D8E5}" dt="2025-10-23T05:47:43.548" v="2012" actId="208"/>
      <pc:docMkLst>
        <pc:docMk/>
      </pc:docMkLst>
      <pc:sldChg chg="del">
        <pc:chgData name="KAWABUCHI, TOMOYA" userId="44d97360-d0f8-446b-842f-74bbeeac813b" providerId="ADAL" clId="{6BBBABED-1208-46A8-80EA-86721114D8E5}" dt="2025-10-23T04:28:21.010" v="0" actId="47"/>
        <pc:sldMkLst>
          <pc:docMk/>
          <pc:sldMk cId="471009923" sldId="257"/>
        </pc:sldMkLst>
      </pc:sldChg>
      <pc:sldChg chg="addSp delSp modSp mod setBg">
        <pc:chgData name="KAWABUCHI, TOMOYA" userId="44d97360-d0f8-446b-842f-74bbeeac813b" providerId="ADAL" clId="{6BBBABED-1208-46A8-80EA-86721114D8E5}" dt="2025-10-23T05:47:43.548" v="2012" actId="208"/>
        <pc:sldMkLst>
          <pc:docMk/>
          <pc:sldMk cId="802024433" sldId="258"/>
        </pc:sldMkLst>
        <pc:spChg chg="add del mod">
          <ac:chgData name="KAWABUCHI, TOMOYA" userId="44d97360-d0f8-446b-842f-74bbeeac813b" providerId="ADAL" clId="{6BBBABED-1208-46A8-80EA-86721114D8E5}" dt="2025-10-23T05:33:53.721" v="1938" actId="478"/>
          <ac:spMkLst>
            <pc:docMk/>
            <pc:sldMk cId="802024433" sldId="258"/>
            <ac:spMk id="2" creationId="{6B54962D-6719-9ECB-6136-B7319D2F7C6E}"/>
          </ac:spMkLst>
        </pc:spChg>
        <pc:spChg chg="mod">
          <ac:chgData name="KAWABUCHI, TOMOYA" userId="44d97360-d0f8-446b-842f-74bbeeac813b" providerId="ADAL" clId="{6BBBABED-1208-46A8-80EA-86721114D8E5}" dt="2025-10-23T04:45:49.041" v="540" actId="20577"/>
          <ac:spMkLst>
            <pc:docMk/>
            <pc:sldMk cId="802024433" sldId="258"/>
            <ac:spMk id="3" creationId="{DAE88426-112B-FE1A-3B1B-113E23F2011F}"/>
          </ac:spMkLst>
        </pc:spChg>
        <pc:spChg chg="mod">
          <ac:chgData name="KAWABUCHI, TOMOYA" userId="44d97360-d0f8-446b-842f-74bbeeac813b" providerId="ADAL" clId="{6BBBABED-1208-46A8-80EA-86721114D8E5}" dt="2025-10-23T04:59:49.992" v="1323" actId="1036"/>
          <ac:spMkLst>
            <pc:docMk/>
            <pc:sldMk cId="802024433" sldId="258"/>
            <ac:spMk id="4" creationId="{A46BCA41-C05D-6EB8-B36D-DBE736491F61}"/>
          </ac:spMkLst>
        </pc:spChg>
        <pc:spChg chg="mod">
          <ac:chgData name="KAWABUCHI, TOMOYA" userId="44d97360-d0f8-446b-842f-74bbeeac813b" providerId="ADAL" clId="{6BBBABED-1208-46A8-80EA-86721114D8E5}" dt="2025-10-23T05:47:27.468" v="2010" actId="208"/>
          <ac:spMkLst>
            <pc:docMk/>
            <pc:sldMk cId="802024433" sldId="258"/>
            <ac:spMk id="5" creationId="{1872E0DB-B0C9-DFE3-42E4-B18B558B7C9F}"/>
          </ac:spMkLst>
        </pc:spChg>
        <pc:spChg chg="add mod">
          <ac:chgData name="KAWABUCHI, TOMOYA" userId="44d97360-d0f8-446b-842f-74bbeeac813b" providerId="ADAL" clId="{6BBBABED-1208-46A8-80EA-86721114D8E5}" dt="2025-10-23T04:59:49.992" v="1323" actId="1036"/>
          <ac:spMkLst>
            <pc:docMk/>
            <pc:sldMk cId="802024433" sldId="258"/>
            <ac:spMk id="6" creationId="{945D662C-BC74-6B08-C384-7C87F0A20DC6}"/>
          </ac:spMkLst>
        </pc:spChg>
        <pc:spChg chg="add mod">
          <ac:chgData name="KAWABUCHI, TOMOYA" userId="44d97360-d0f8-446b-842f-74bbeeac813b" providerId="ADAL" clId="{6BBBABED-1208-46A8-80EA-86721114D8E5}" dt="2025-10-23T04:59:33.707" v="1306" actId="1076"/>
          <ac:spMkLst>
            <pc:docMk/>
            <pc:sldMk cId="802024433" sldId="258"/>
            <ac:spMk id="7" creationId="{E67EA7A2-1C0C-8C94-9188-3065E1A05EE7}"/>
          </ac:spMkLst>
        </pc:spChg>
        <pc:spChg chg="mod">
          <ac:chgData name="KAWABUCHI, TOMOYA" userId="44d97360-d0f8-446b-842f-74bbeeac813b" providerId="ADAL" clId="{6BBBABED-1208-46A8-80EA-86721114D8E5}" dt="2025-10-23T05:47:43.548" v="2012" actId="208"/>
          <ac:spMkLst>
            <pc:docMk/>
            <pc:sldMk cId="802024433" sldId="258"/>
            <ac:spMk id="9" creationId="{296F1417-2AB6-A8F3-44B2-23D2868BE0FB}"/>
          </ac:spMkLst>
        </pc:spChg>
        <pc:spChg chg="add del mod">
          <ac:chgData name="KAWABUCHI, TOMOYA" userId="44d97360-d0f8-446b-842f-74bbeeac813b" providerId="ADAL" clId="{6BBBABED-1208-46A8-80EA-86721114D8E5}" dt="2025-10-23T04:56:52.422" v="1161" actId="478"/>
          <ac:spMkLst>
            <pc:docMk/>
            <pc:sldMk cId="802024433" sldId="258"/>
            <ac:spMk id="10" creationId="{B4B4AC98-D970-3631-47EB-5CBC244038F0}"/>
          </ac:spMkLst>
        </pc:spChg>
        <pc:spChg chg="add del mod">
          <ac:chgData name="KAWABUCHI, TOMOYA" userId="44d97360-d0f8-446b-842f-74bbeeac813b" providerId="ADAL" clId="{6BBBABED-1208-46A8-80EA-86721114D8E5}" dt="2025-10-23T04:59:53.099" v="1324" actId="478"/>
          <ac:spMkLst>
            <pc:docMk/>
            <pc:sldMk cId="802024433" sldId="258"/>
            <ac:spMk id="11" creationId="{C4F4C003-76BB-8BC7-80AD-4EDA6DA13F77}"/>
          </ac:spMkLst>
        </pc:spChg>
        <pc:spChg chg="add mod">
          <ac:chgData name="KAWABUCHI, TOMOYA" userId="44d97360-d0f8-446b-842f-74bbeeac813b" providerId="ADAL" clId="{6BBBABED-1208-46A8-80EA-86721114D8E5}" dt="2025-10-23T05:35:35.888" v="1977" actId="1037"/>
          <ac:spMkLst>
            <pc:docMk/>
            <pc:sldMk cId="802024433" sldId="258"/>
            <ac:spMk id="12" creationId="{8B88DF72-4EFD-0B1B-A711-D3B28C0D26C8}"/>
          </ac:spMkLst>
        </pc:spChg>
        <pc:spChg chg="add mod">
          <ac:chgData name="KAWABUCHI, TOMOYA" userId="44d97360-d0f8-446b-842f-74bbeeac813b" providerId="ADAL" clId="{6BBBABED-1208-46A8-80EA-86721114D8E5}" dt="2025-10-23T05:35:35.888" v="1977" actId="1037"/>
          <ac:spMkLst>
            <pc:docMk/>
            <pc:sldMk cId="802024433" sldId="258"/>
            <ac:spMk id="13" creationId="{9F6CBE1D-E67B-6B24-69C5-56CDB8C47A3C}"/>
          </ac:spMkLst>
        </pc:spChg>
        <pc:spChg chg="add del mod">
          <ac:chgData name="KAWABUCHI, TOMOYA" userId="44d97360-d0f8-446b-842f-74bbeeac813b" providerId="ADAL" clId="{6BBBABED-1208-46A8-80EA-86721114D8E5}" dt="2025-10-23T05:33:49.157" v="1937" actId="478"/>
          <ac:spMkLst>
            <pc:docMk/>
            <pc:sldMk cId="802024433" sldId="258"/>
            <ac:spMk id="14" creationId="{2601AFA8-09FE-408D-13D8-C6F7523411C0}"/>
          </ac:spMkLst>
        </pc:spChg>
        <pc:spChg chg="add del mod">
          <ac:chgData name="KAWABUCHI, TOMOYA" userId="44d97360-d0f8-446b-842f-74bbeeac813b" providerId="ADAL" clId="{6BBBABED-1208-46A8-80EA-86721114D8E5}" dt="2025-10-23T05:33:49.157" v="1937" actId="478"/>
          <ac:spMkLst>
            <pc:docMk/>
            <pc:sldMk cId="802024433" sldId="258"/>
            <ac:spMk id="15" creationId="{1D34AA76-7C97-AE23-75F1-B3B1D5371742}"/>
          </ac:spMkLst>
        </pc:spChg>
        <pc:spChg chg="mod">
          <ac:chgData name="KAWABUCHI, TOMOYA" userId="44d97360-d0f8-446b-842f-74bbeeac813b" providerId="ADAL" clId="{6BBBABED-1208-46A8-80EA-86721114D8E5}" dt="2025-10-23T05:39:17.661" v="2005" actId="1076"/>
          <ac:spMkLst>
            <pc:docMk/>
            <pc:sldMk cId="802024433" sldId="258"/>
            <ac:spMk id="16" creationId="{04170AF9-0D78-0E63-94DA-128B1EB69229}"/>
          </ac:spMkLst>
        </pc:spChg>
        <pc:spChg chg="add del mod">
          <ac:chgData name="KAWABUCHI, TOMOYA" userId="44d97360-d0f8-446b-842f-74bbeeac813b" providerId="ADAL" clId="{6BBBABED-1208-46A8-80EA-86721114D8E5}" dt="2025-10-23T05:15:50.091" v="1572" actId="478"/>
          <ac:spMkLst>
            <pc:docMk/>
            <pc:sldMk cId="802024433" sldId="258"/>
            <ac:spMk id="17" creationId="{B3BF7C25-F6BB-170E-B9D6-C5A73AF502D8}"/>
          </ac:spMkLst>
        </pc:spChg>
        <pc:spChg chg="add mod">
          <ac:chgData name="KAWABUCHI, TOMOYA" userId="44d97360-d0f8-446b-842f-74bbeeac813b" providerId="ADAL" clId="{6BBBABED-1208-46A8-80EA-86721114D8E5}" dt="2025-10-23T05:38:54.636" v="2000" actId="12788"/>
          <ac:spMkLst>
            <pc:docMk/>
            <pc:sldMk cId="802024433" sldId="258"/>
            <ac:spMk id="18" creationId="{DE4FDA3D-453E-0176-F1C9-900DCB6D5752}"/>
          </ac:spMkLst>
        </pc:spChg>
        <pc:spChg chg="add mod">
          <ac:chgData name="KAWABUCHI, TOMOYA" userId="44d97360-d0f8-446b-842f-74bbeeac813b" providerId="ADAL" clId="{6BBBABED-1208-46A8-80EA-86721114D8E5}" dt="2025-10-23T05:39:01.628" v="2001" actId="1076"/>
          <ac:spMkLst>
            <pc:docMk/>
            <pc:sldMk cId="802024433" sldId="258"/>
            <ac:spMk id="19" creationId="{A742A9E2-78B8-D0CC-62BC-B8B2A91549FD}"/>
          </ac:spMkLst>
        </pc:spChg>
        <pc:spChg chg="add del mod">
          <ac:chgData name="KAWABUCHI, TOMOYA" userId="44d97360-d0f8-446b-842f-74bbeeac813b" providerId="ADAL" clId="{6BBBABED-1208-46A8-80EA-86721114D8E5}" dt="2025-10-23T05:20:23.746" v="1674" actId="478"/>
          <ac:spMkLst>
            <pc:docMk/>
            <pc:sldMk cId="802024433" sldId="258"/>
            <ac:spMk id="20" creationId="{D419631A-53C2-6321-BFC4-0BEE40C39094}"/>
          </ac:spMkLst>
        </pc:spChg>
        <pc:spChg chg="add del mod">
          <ac:chgData name="KAWABUCHI, TOMOYA" userId="44d97360-d0f8-446b-842f-74bbeeac813b" providerId="ADAL" clId="{6BBBABED-1208-46A8-80EA-86721114D8E5}" dt="2025-10-23T05:20:23.746" v="1674" actId="478"/>
          <ac:spMkLst>
            <pc:docMk/>
            <pc:sldMk cId="802024433" sldId="258"/>
            <ac:spMk id="21" creationId="{D3CA8A02-B20D-AA54-40C0-56F1F2BBEC81}"/>
          </ac:spMkLst>
        </pc:spChg>
        <pc:spChg chg="add mod">
          <ac:chgData name="KAWABUCHI, TOMOYA" userId="44d97360-d0f8-446b-842f-74bbeeac813b" providerId="ADAL" clId="{6BBBABED-1208-46A8-80EA-86721114D8E5}" dt="2025-10-23T05:31:19.737" v="1888" actId="1076"/>
          <ac:spMkLst>
            <pc:docMk/>
            <pc:sldMk cId="802024433" sldId="258"/>
            <ac:spMk id="25" creationId="{C492D6A6-3B42-133C-A671-C85584328CED}"/>
          </ac:spMkLst>
        </pc:spChg>
        <pc:spChg chg="add mod">
          <ac:chgData name="KAWABUCHI, TOMOYA" userId="44d97360-d0f8-446b-842f-74bbeeac813b" providerId="ADAL" clId="{6BBBABED-1208-46A8-80EA-86721114D8E5}" dt="2025-10-23T05:38:54.636" v="2000" actId="12788"/>
          <ac:spMkLst>
            <pc:docMk/>
            <pc:sldMk cId="802024433" sldId="258"/>
            <ac:spMk id="26" creationId="{C57DF1D7-3775-F72A-2DD7-22689E819D13}"/>
          </ac:spMkLst>
        </pc:spChg>
        <pc:spChg chg="add mod">
          <ac:chgData name="KAWABUCHI, TOMOYA" userId="44d97360-d0f8-446b-842f-74bbeeac813b" providerId="ADAL" clId="{6BBBABED-1208-46A8-80EA-86721114D8E5}" dt="2025-10-23T05:33:25.962" v="1935" actId="1076"/>
          <ac:spMkLst>
            <pc:docMk/>
            <pc:sldMk cId="802024433" sldId="258"/>
            <ac:spMk id="27" creationId="{EEB1D688-6702-2C1B-A7BB-006E8E5B7243}"/>
          </ac:spMkLst>
        </pc:spChg>
        <pc:spChg chg="mod">
          <ac:chgData name="KAWABUCHI, TOMOYA" userId="44d97360-d0f8-446b-842f-74bbeeac813b" providerId="ADAL" clId="{6BBBABED-1208-46A8-80EA-86721114D8E5}" dt="2025-10-23T05:33:28.272" v="1936" actId="14100"/>
          <ac:spMkLst>
            <pc:docMk/>
            <pc:sldMk cId="802024433" sldId="258"/>
            <ac:spMk id="31" creationId="{14F77E43-C0F6-0BD4-F301-CE0A87A9C7C8}"/>
          </ac:spMkLst>
        </pc:spChg>
        <pc:spChg chg="mod">
          <ac:chgData name="KAWABUCHI, TOMOYA" userId="44d97360-d0f8-446b-842f-74bbeeac813b" providerId="ADAL" clId="{6BBBABED-1208-46A8-80EA-86721114D8E5}" dt="2025-10-23T05:31:26.267" v="1890" actId="14100"/>
          <ac:spMkLst>
            <pc:docMk/>
            <pc:sldMk cId="802024433" sldId="258"/>
            <ac:spMk id="32" creationId="{8D6819E9-107E-076A-161E-A52DF7CED7CE}"/>
          </ac:spMkLst>
        </pc:spChg>
        <pc:spChg chg="mod">
          <ac:chgData name="KAWABUCHI, TOMOYA" userId="44d97360-d0f8-446b-842f-74bbeeac813b" providerId="ADAL" clId="{6BBBABED-1208-46A8-80EA-86721114D8E5}" dt="2025-10-23T05:29:56.229" v="1858" actId="207"/>
          <ac:spMkLst>
            <pc:docMk/>
            <pc:sldMk cId="802024433" sldId="258"/>
            <ac:spMk id="33" creationId="{E1BE85CF-09F0-CD3E-4F40-F51BF5AC564B}"/>
          </ac:spMkLst>
        </pc:spChg>
        <pc:spChg chg="del mod">
          <ac:chgData name="KAWABUCHI, TOMOYA" userId="44d97360-d0f8-446b-842f-74bbeeac813b" providerId="ADAL" clId="{6BBBABED-1208-46A8-80EA-86721114D8E5}" dt="2025-10-23T05:31:21.386" v="1889" actId="478"/>
          <ac:spMkLst>
            <pc:docMk/>
            <pc:sldMk cId="802024433" sldId="258"/>
            <ac:spMk id="34" creationId="{8210E78A-992C-C59E-43B4-7DCC6578C3FC}"/>
          </ac:spMkLst>
        </pc:spChg>
        <pc:spChg chg="mod">
          <ac:chgData name="KAWABUCHI, TOMOYA" userId="44d97360-d0f8-446b-842f-74bbeeac813b" providerId="ADAL" clId="{6BBBABED-1208-46A8-80EA-86721114D8E5}" dt="2025-10-23T05:39:17.661" v="2005" actId="1076"/>
          <ac:spMkLst>
            <pc:docMk/>
            <pc:sldMk cId="802024433" sldId="258"/>
            <ac:spMk id="37" creationId="{AECFA3AF-BFD9-7BBB-33F6-6D2181F1E85B}"/>
          </ac:spMkLst>
        </pc:spChg>
        <pc:spChg chg="mod">
          <ac:chgData name="KAWABUCHI, TOMOYA" userId="44d97360-d0f8-446b-842f-74bbeeac813b" providerId="ADAL" clId="{6BBBABED-1208-46A8-80EA-86721114D8E5}" dt="2025-10-23T05:37:55.455" v="1999" actId="1076"/>
          <ac:spMkLst>
            <pc:docMk/>
            <pc:sldMk cId="802024433" sldId="258"/>
            <ac:spMk id="40" creationId="{5FB1BE96-4374-AD66-D61C-9762C55C4CDA}"/>
          </ac:spMkLst>
        </pc:spChg>
        <pc:spChg chg="mod">
          <ac:chgData name="KAWABUCHI, TOMOYA" userId="44d97360-d0f8-446b-842f-74bbeeac813b" providerId="ADAL" clId="{6BBBABED-1208-46A8-80EA-86721114D8E5}" dt="2025-10-23T05:34:10.715" v="1941" actId="14100"/>
          <ac:spMkLst>
            <pc:docMk/>
            <pc:sldMk cId="802024433" sldId="258"/>
            <ac:spMk id="41" creationId="{1790DA22-8BD9-916E-65C1-4A52317A1213}"/>
          </ac:spMkLst>
        </pc:spChg>
        <pc:spChg chg="mod">
          <ac:chgData name="KAWABUCHI, TOMOYA" userId="44d97360-d0f8-446b-842f-74bbeeac813b" providerId="ADAL" clId="{6BBBABED-1208-46A8-80EA-86721114D8E5}" dt="2025-10-23T05:34:44.914" v="1948" actId="14100"/>
          <ac:spMkLst>
            <pc:docMk/>
            <pc:sldMk cId="802024433" sldId="258"/>
            <ac:spMk id="42" creationId="{797984C1-BE02-29FB-F0C7-263B684BDFE9}"/>
          </ac:spMkLst>
        </pc:spChg>
        <pc:spChg chg="mod">
          <ac:chgData name="KAWABUCHI, TOMOYA" userId="44d97360-d0f8-446b-842f-74bbeeac813b" providerId="ADAL" clId="{6BBBABED-1208-46A8-80EA-86721114D8E5}" dt="2025-10-23T05:35:50.308" v="1981" actId="14100"/>
          <ac:spMkLst>
            <pc:docMk/>
            <pc:sldMk cId="802024433" sldId="258"/>
            <ac:spMk id="43" creationId="{EBAFAAE0-DB77-6489-2A18-E4DE5C93E9EF}"/>
          </ac:spMkLst>
        </pc:spChg>
        <pc:spChg chg="mod">
          <ac:chgData name="KAWABUCHI, TOMOYA" userId="44d97360-d0f8-446b-842f-74bbeeac813b" providerId="ADAL" clId="{6BBBABED-1208-46A8-80EA-86721114D8E5}" dt="2025-10-23T05:35:54.407" v="1983" actId="14100"/>
          <ac:spMkLst>
            <pc:docMk/>
            <pc:sldMk cId="802024433" sldId="258"/>
            <ac:spMk id="44" creationId="{5B19D965-1E50-C8A0-B2BC-53AB142814B2}"/>
          </ac:spMkLst>
        </pc:spChg>
        <pc:spChg chg="mod">
          <ac:chgData name="KAWABUCHI, TOMOYA" userId="44d97360-d0f8-446b-842f-74bbeeac813b" providerId="ADAL" clId="{6BBBABED-1208-46A8-80EA-86721114D8E5}" dt="2025-10-23T05:35:22.641" v="1955" actId="14100"/>
          <ac:spMkLst>
            <pc:docMk/>
            <pc:sldMk cId="802024433" sldId="258"/>
            <ac:spMk id="45" creationId="{790B79A5-7C65-A058-72EF-3558C972253D}"/>
          </ac:spMkLst>
        </pc:spChg>
        <pc:spChg chg="mod">
          <ac:chgData name="KAWABUCHI, TOMOYA" userId="44d97360-d0f8-446b-842f-74bbeeac813b" providerId="ADAL" clId="{6BBBABED-1208-46A8-80EA-86721114D8E5}" dt="2025-10-23T05:35:20.218" v="1954" actId="14100"/>
          <ac:spMkLst>
            <pc:docMk/>
            <pc:sldMk cId="802024433" sldId="258"/>
            <ac:spMk id="46" creationId="{C6408272-2131-D1CB-52F6-CD7D8AD68479}"/>
          </ac:spMkLst>
        </pc:spChg>
        <pc:spChg chg="mod">
          <ac:chgData name="KAWABUCHI, TOMOYA" userId="44d97360-d0f8-446b-842f-74bbeeac813b" providerId="ADAL" clId="{6BBBABED-1208-46A8-80EA-86721114D8E5}" dt="2025-10-23T05:35:35.888" v="1977" actId="1037"/>
          <ac:spMkLst>
            <pc:docMk/>
            <pc:sldMk cId="802024433" sldId="258"/>
            <ac:spMk id="47" creationId="{EF05ED7A-DD51-F470-3222-0028F7964BAD}"/>
          </ac:spMkLst>
        </pc:spChg>
        <pc:spChg chg="mod">
          <ac:chgData name="KAWABUCHI, TOMOYA" userId="44d97360-d0f8-446b-842f-74bbeeac813b" providerId="ADAL" clId="{6BBBABED-1208-46A8-80EA-86721114D8E5}" dt="2025-10-23T05:35:35.888" v="1977" actId="1037"/>
          <ac:spMkLst>
            <pc:docMk/>
            <pc:sldMk cId="802024433" sldId="258"/>
            <ac:spMk id="48" creationId="{94DEF6CE-94A3-3952-2B35-0E9F3A388081}"/>
          </ac:spMkLst>
        </pc:spChg>
        <pc:spChg chg="mod">
          <ac:chgData name="KAWABUCHI, TOMOYA" userId="44d97360-d0f8-446b-842f-74bbeeac813b" providerId="ADAL" clId="{6BBBABED-1208-46A8-80EA-86721114D8E5}" dt="2025-10-23T05:38:54.636" v="2000" actId="12788"/>
          <ac:spMkLst>
            <pc:docMk/>
            <pc:sldMk cId="802024433" sldId="258"/>
            <ac:spMk id="51" creationId="{CE9ACEC5-1237-3E34-14F0-169B59A51271}"/>
          </ac:spMkLst>
        </pc:spChg>
        <pc:spChg chg="mod">
          <ac:chgData name="KAWABUCHI, TOMOYA" userId="44d97360-d0f8-446b-842f-74bbeeac813b" providerId="ADAL" clId="{6BBBABED-1208-46A8-80EA-86721114D8E5}" dt="2025-10-23T05:17:34.026" v="1610" actId="1076"/>
          <ac:spMkLst>
            <pc:docMk/>
            <pc:sldMk cId="802024433" sldId="258"/>
            <ac:spMk id="52" creationId="{C127CEDF-D7F6-8D7A-1231-B8783720FE6E}"/>
          </ac:spMkLst>
        </pc:spChg>
        <pc:spChg chg="del mod">
          <ac:chgData name="KAWABUCHI, TOMOYA" userId="44d97360-d0f8-446b-842f-74bbeeac813b" providerId="ADAL" clId="{6BBBABED-1208-46A8-80EA-86721114D8E5}" dt="2025-10-23T05:33:53.721" v="1938" actId="478"/>
          <ac:spMkLst>
            <pc:docMk/>
            <pc:sldMk cId="802024433" sldId="258"/>
            <ac:spMk id="53" creationId="{2FD7CDB2-91B8-F6DE-FCDE-7529BD1D574F}"/>
          </ac:spMkLst>
        </pc:spChg>
        <pc:spChg chg="del mod">
          <ac:chgData name="KAWABUCHI, TOMOYA" userId="44d97360-d0f8-446b-842f-74bbeeac813b" providerId="ADAL" clId="{6BBBABED-1208-46A8-80EA-86721114D8E5}" dt="2025-10-23T05:33:49.157" v="1937" actId="478"/>
          <ac:spMkLst>
            <pc:docMk/>
            <pc:sldMk cId="802024433" sldId="258"/>
            <ac:spMk id="54" creationId="{7270A25B-4AC2-5068-7FEB-B509F3A80F35}"/>
          </ac:spMkLst>
        </pc:spChg>
        <pc:spChg chg="del mod">
          <ac:chgData name="KAWABUCHI, TOMOYA" userId="44d97360-d0f8-446b-842f-74bbeeac813b" providerId="ADAL" clId="{6BBBABED-1208-46A8-80EA-86721114D8E5}" dt="2025-10-23T05:33:53.721" v="1938" actId="478"/>
          <ac:spMkLst>
            <pc:docMk/>
            <pc:sldMk cId="802024433" sldId="258"/>
            <ac:spMk id="55" creationId="{DE7CA4CB-2407-E808-EBE7-FABACD0A76CC}"/>
          </ac:spMkLst>
        </pc:spChg>
        <pc:spChg chg="del mod">
          <ac:chgData name="KAWABUCHI, TOMOYA" userId="44d97360-d0f8-446b-842f-74bbeeac813b" providerId="ADAL" clId="{6BBBABED-1208-46A8-80EA-86721114D8E5}" dt="2025-10-23T05:33:53.721" v="1938" actId="478"/>
          <ac:spMkLst>
            <pc:docMk/>
            <pc:sldMk cId="802024433" sldId="258"/>
            <ac:spMk id="56" creationId="{63E25E9F-875E-CCFE-E08F-82B82F666739}"/>
          </ac:spMkLst>
        </pc:spChg>
        <pc:spChg chg="mod">
          <ac:chgData name="KAWABUCHI, TOMOYA" userId="44d97360-d0f8-446b-842f-74bbeeac813b" providerId="ADAL" clId="{6BBBABED-1208-46A8-80EA-86721114D8E5}" dt="2025-10-23T05:18:32.772" v="1617" actId="1076"/>
          <ac:spMkLst>
            <pc:docMk/>
            <pc:sldMk cId="802024433" sldId="258"/>
            <ac:spMk id="57" creationId="{FCD7D106-AC5C-7BE2-8083-CD5DA9E85A71}"/>
          </ac:spMkLst>
        </pc:spChg>
        <pc:spChg chg="mod">
          <ac:chgData name="KAWABUCHI, TOMOYA" userId="44d97360-d0f8-446b-842f-74bbeeac813b" providerId="ADAL" clId="{6BBBABED-1208-46A8-80EA-86721114D8E5}" dt="2025-10-23T05:00:21.485" v="1356" actId="20577"/>
          <ac:spMkLst>
            <pc:docMk/>
            <pc:sldMk cId="802024433" sldId="258"/>
            <ac:spMk id="58" creationId="{666AC25D-231D-5C99-1430-415D41157D52}"/>
          </ac:spMkLst>
        </pc:spChg>
        <pc:spChg chg="mod">
          <ac:chgData name="KAWABUCHI, TOMOYA" userId="44d97360-d0f8-446b-842f-74bbeeac813b" providerId="ADAL" clId="{6BBBABED-1208-46A8-80EA-86721114D8E5}" dt="2025-10-23T05:37:43.347" v="1998" actId="20577"/>
          <ac:spMkLst>
            <pc:docMk/>
            <pc:sldMk cId="802024433" sldId="258"/>
            <ac:spMk id="60" creationId="{DAC7DCB3-DCDD-5DF4-6D51-3C702E078776}"/>
          </ac:spMkLst>
        </pc:spChg>
        <pc:graphicFrameChg chg="mod modGraphic">
          <ac:chgData name="KAWABUCHI, TOMOYA" userId="44d97360-d0f8-446b-842f-74bbeeac813b" providerId="ADAL" clId="{6BBBABED-1208-46A8-80EA-86721114D8E5}" dt="2025-10-23T05:46:51.709" v="2006" actId="207"/>
          <ac:graphicFrameMkLst>
            <pc:docMk/>
            <pc:sldMk cId="802024433" sldId="258"/>
            <ac:graphicFrameMk id="8" creationId="{133DE64D-884F-3734-28C6-A86DDB9D6985}"/>
          </ac:graphicFrameMkLst>
        </pc:graphicFrameChg>
        <pc:picChg chg="mod">
          <ac:chgData name="KAWABUCHI, TOMOYA" userId="44d97360-d0f8-446b-842f-74bbeeac813b" providerId="ADAL" clId="{6BBBABED-1208-46A8-80EA-86721114D8E5}" dt="2025-10-23T05:37:55.455" v="1999" actId="1076"/>
          <ac:picMkLst>
            <pc:docMk/>
            <pc:sldMk cId="802024433" sldId="258"/>
            <ac:picMk id="24" creationId="{3E7F2D3E-9FC2-0260-975E-B666A34A71DD}"/>
          </ac:picMkLst>
        </pc:picChg>
        <pc:picChg chg="mod">
          <ac:chgData name="KAWABUCHI, TOMOYA" userId="44d97360-d0f8-446b-842f-74bbeeac813b" providerId="ADAL" clId="{6BBBABED-1208-46A8-80EA-86721114D8E5}" dt="2025-10-23T05:37:55.455" v="1999" actId="1076"/>
          <ac:picMkLst>
            <pc:docMk/>
            <pc:sldMk cId="802024433" sldId="258"/>
            <ac:picMk id="39" creationId="{E0EA207B-460E-9D7C-7880-900435062754}"/>
          </ac:picMkLst>
        </pc:picChg>
        <pc:cxnChg chg="add del mod">
          <ac:chgData name="KAWABUCHI, TOMOYA" userId="44d97360-d0f8-446b-842f-74bbeeac813b" providerId="ADAL" clId="{6BBBABED-1208-46A8-80EA-86721114D8E5}" dt="2025-10-23T05:20:46.844" v="1677" actId="478"/>
          <ac:cxnSpMkLst>
            <pc:docMk/>
            <pc:sldMk cId="802024433" sldId="258"/>
            <ac:cxnSpMk id="23" creationId="{05338629-62E9-5E48-0ABB-E74B2A2BA08A}"/>
          </ac:cxnSpMkLst>
        </pc:cxnChg>
      </pc:sldChg>
      <pc:sldChg chg="del ord">
        <pc:chgData name="KAWABUCHI, TOMOYA" userId="44d97360-d0f8-446b-842f-74bbeeac813b" providerId="ADAL" clId="{6BBBABED-1208-46A8-80EA-86721114D8E5}" dt="2025-10-23T04:28:23.710" v="3" actId="47"/>
        <pc:sldMkLst>
          <pc:docMk/>
          <pc:sldMk cId="1177861717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03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731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806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75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30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66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024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17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1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47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24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EF676-61BA-40A6-B03C-42C7714C173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3B0FF-EEEB-40B3-91F5-1CC2733458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82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71F7-B723-3082-AA23-5ED2DB98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133DE64D-884F-3734-28C6-A86DDB9D6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440602"/>
              </p:ext>
            </p:extLst>
          </p:nvPr>
        </p:nvGraphicFramePr>
        <p:xfrm>
          <a:off x="261638" y="816520"/>
          <a:ext cx="11668723" cy="58196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4614">
                  <a:extLst>
                    <a:ext uri="{9D8B030D-6E8A-4147-A177-3AD203B41FA5}">
                      <a16:colId xmlns:a16="http://schemas.microsoft.com/office/drawing/2014/main" val="1872822455"/>
                    </a:ext>
                  </a:extLst>
                </a:gridCol>
                <a:gridCol w="810685">
                  <a:extLst>
                    <a:ext uri="{9D8B030D-6E8A-4147-A177-3AD203B41FA5}">
                      <a16:colId xmlns:a16="http://schemas.microsoft.com/office/drawing/2014/main" val="1188131409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2075750750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1115126977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1597949218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3610332049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2141630149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2757780974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949114951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1091101513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3122296023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2205128976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1729266980"/>
                    </a:ext>
                  </a:extLst>
                </a:gridCol>
                <a:gridCol w="784452">
                  <a:extLst>
                    <a:ext uri="{9D8B030D-6E8A-4147-A177-3AD203B41FA5}">
                      <a16:colId xmlns:a16="http://schemas.microsoft.com/office/drawing/2014/main" val="944555041"/>
                    </a:ext>
                  </a:extLst>
                </a:gridCol>
              </a:tblGrid>
              <a:tr h="372681">
                <a:tc>
                  <a:txBody>
                    <a:bodyPr/>
                    <a:lstStyle/>
                    <a:p>
                      <a:pPr algn="l" fontAlgn="b"/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10/20</a:t>
                      </a:r>
                      <a:endParaRPr lang="en-US" altLang="ja-JP" sz="18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10/27</a:t>
                      </a:r>
                      <a:endParaRPr lang="en-US" altLang="ja-JP" sz="18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11/3</a:t>
                      </a:r>
                      <a:endParaRPr lang="en-US" altLang="ja-JP" sz="18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11/10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11/17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11/24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12/1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12/8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12/15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12/22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26/1/5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b="0" i="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  <a:ea typeface="游ゴシック" panose="020B0400000000000000" pitchFamily="50" charset="-128"/>
                        </a:rPr>
                        <a:t>1/12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1/19</a:t>
                      </a:r>
                      <a:endParaRPr lang="en-US" altLang="ja-JP" sz="1800" b="0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Ink Free" panose="03080402000500000000" pitchFamily="66" charset="0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7833522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algn="l" fontAlgn="b"/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オンプレ→</a:t>
                      </a:r>
                      <a: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AWS</a:t>
                      </a:r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移行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 fontAlgn="b"/>
                      <a: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(NATV</a:t>
                      </a:r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メイン</a:t>
                      </a:r>
                      <a: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1219672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Project</a:t>
                      </a:r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</a:t>
                      </a:r>
                      <a:b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への適用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 fontAlgn="b"/>
                      <a: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開発メンバ</a:t>
                      </a:r>
                      <a: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ja-JP" altLang="en-US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2884714"/>
                  </a:ext>
                </a:extLst>
              </a:tr>
              <a:tr h="1173749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他システム・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外部ベンダ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との連携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 fontAlgn="b"/>
                      <a:endParaRPr lang="ja-JP" altLang="en-US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80666"/>
                  </a:ext>
                </a:extLst>
              </a:tr>
              <a:tr h="132117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SpDM</a:t>
                      </a:r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の開発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 fontAlgn="b"/>
                      <a:r>
                        <a:rPr lang="en-US" altLang="ja-JP" sz="1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(UU3)</a:t>
                      </a:r>
                      <a:endParaRPr lang="ja-JP" altLang="en-US" sz="18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5175448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E88426-112B-FE1A-3B1B-113E23F2011F}"/>
              </a:ext>
            </a:extLst>
          </p:cNvPr>
          <p:cNvSpPr txBox="1"/>
          <p:nvPr/>
        </p:nvSpPr>
        <p:spPr>
          <a:xfrm>
            <a:off x="128923" y="79449"/>
            <a:ext cx="4172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2800">
                <a:latin typeface="Meiryo UI" panose="020B0604030504040204" pitchFamily="50" charset="-128"/>
                <a:ea typeface="Meiryo UI" panose="020B0604030504040204" pitchFamily="50" charset="-128"/>
              </a:rPr>
              <a:t>移行＆改善①の概況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46BCA41-C05D-6EB8-B36D-DBE736491F61}"/>
              </a:ext>
            </a:extLst>
          </p:cNvPr>
          <p:cNvSpPr/>
          <p:nvPr/>
        </p:nvSpPr>
        <p:spPr>
          <a:xfrm>
            <a:off x="1762296" y="1666730"/>
            <a:ext cx="2724150" cy="468000"/>
          </a:xfrm>
          <a:prstGeom prst="rect">
            <a:avLst/>
          </a:prstGeom>
          <a:gradFill>
            <a:gsLst>
              <a:gs pos="7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872E0DB-B0C9-DFE3-42E4-B18B558B7C9F}"/>
              </a:ext>
            </a:extLst>
          </p:cNvPr>
          <p:cNvSpPr/>
          <p:nvPr/>
        </p:nvSpPr>
        <p:spPr>
          <a:xfrm>
            <a:off x="4545537" y="1666730"/>
            <a:ext cx="4298724" cy="468000"/>
          </a:xfrm>
          <a:custGeom>
            <a:avLst/>
            <a:gdLst>
              <a:gd name="connsiteX0" fmla="*/ 0 w 4298724"/>
              <a:gd name="connsiteY0" fmla="*/ 0 h 468000"/>
              <a:gd name="connsiteX1" fmla="*/ 623315 w 4298724"/>
              <a:gd name="connsiteY1" fmla="*/ 0 h 468000"/>
              <a:gd name="connsiteX2" fmla="*/ 1074681 w 4298724"/>
              <a:gd name="connsiteY2" fmla="*/ 0 h 468000"/>
              <a:gd name="connsiteX3" fmla="*/ 1655009 w 4298724"/>
              <a:gd name="connsiteY3" fmla="*/ 0 h 468000"/>
              <a:gd name="connsiteX4" fmla="*/ 2106375 w 4298724"/>
              <a:gd name="connsiteY4" fmla="*/ 0 h 468000"/>
              <a:gd name="connsiteX5" fmla="*/ 2514754 w 4298724"/>
              <a:gd name="connsiteY5" fmla="*/ 0 h 468000"/>
              <a:gd name="connsiteX6" fmla="*/ 2966120 w 4298724"/>
              <a:gd name="connsiteY6" fmla="*/ 0 h 468000"/>
              <a:gd name="connsiteX7" fmla="*/ 3374498 w 4298724"/>
              <a:gd name="connsiteY7" fmla="*/ 0 h 468000"/>
              <a:gd name="connsiteX8" fmla="*/ 4298724 w 4298724"/>
              <a:gd name="connsiteY8" fmla="*/ 0 h 468000"/>
              <a:gd name="connsiteX9" fmla="*/ 4298724 w 4298724"/>
              <a:gd name="connsiteY9" fmla="*/ 468000 h 468000"/>
              <a:gd name="connsiteX10" fmla="*/ 3718396 w 4298724"/>
              <a:gd name="connsiteY10" fmla="*/ 468000 h 468000"/>
              <a:gd name="connsiteX11" fmla="*/ 3095081 w 4298724"/>
              <a:gd name="connsiteY11" fmla="*/ 468000 h 468000"/>
              <a:gd name="connsiteX12" fmla="*/ 2557741 w 4298724"/>
              <a:gd name="connsiteY12" fmla="*/ 468000 h 468000"/>
              <a:gd name="connsiteX13" fmla="*/ 2106375 w 4298724"/>
              <a:gd name="connsiteY13" fmla="*/ 468000 h 468000"/>
              <a:gd name="connsiteX14" fmla="*/ 1526047 w 4298724"/>
              <a:gd name="connsiteY14" fmla="*/ 468000 h 468000"/>
              <a:gd name="connsiteX15" fmla="*/ 988707 w 4298724"/>
              <a:gd name="connsiteY15" fmla="*/ 468000 h 468000"/>
              <a:gd name="connsiteX16" fmla="*/ 0 w 4298724"/>
              <a:gd name="connsiteY16" fmla="*/ 468000 h 468000"/>
              <a:gd name="connsiteX17" fmla="*/ 0 w 4298724"/>
              <a:gd name="connsiteY17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298724" h="468000" fill="none" extrusionOk="0">
                <a:moveTo>
                  <a:pt x="0" y="0"/>
                </a:moveTo>
                <a:cubicBezTo>
                  <a:pt x="198459" y="-42650"/>
                  <a:pt x="491889" y="23803"/>
                  <a:pt x="623315" y="0"/>
                </a:cubicBezTo>
                <a:cubicBezTo>
                  <a:pt x="754742" y="-23803"/>
                  <a:pt x="907441" y="17861"/>
                  <a:pt x="1074681" y="0"/>
                </a:cubicBezTo>
                <a:cubicBezTo>
                  <a:pt x="1241921" y="-17861"/>
                  <a:pt x="1478234" y="8216"/>
                  <a:pt x="1655009" y="0"/>
                </a:cubicBezTo>
                <a:cubicBezTo>
                  <a:pt x="1831784" y="-8216"/>
                  <a:pt x="1997518" y="39684"/>
                  <a:pt x="2106375" y="0"/>
                </a:cubicBezTo>
                <a:cubicBezTo>
                  <a:pt x="2215232" y="-39684"/>
                  <a:pt x="2362615" y="24799"/>
                  <a:pt x="2514754" y="0"/>
                </a:cubicBezTo>
                <a:cubicBezTo>
                  <a:pt x="2666893" y="-24799"/>
                  <a:pt x="2757621" y="48318"/>
                  <a:pt x="2966120" y="0"/>
                </a:cubicBezTo>
                <a:cubicBezTo>
                  <a:pt x="3174619" y="-48318"/>
                  <a:pt x="3273379" y="5214"/>
                  <a:pt x="3374498" y="0"/>
                </a:cubicBezTo>
                <a:cubicBezTo>
                  <a:pt x="3475617" y="-5214"/>
                  <a:pt x="3993887" y="18182"/>
                  <a:pt x="4298724" y="0"/>
                </a:cubicBezTo>
                <a:cubicBezTo>
                  <a:pt x="4330336" y="123369"/>
                  <a:pt x="4256670" y="245402"/>
                  <a:pt x="4298724" y="468000"/>
                </a:cubicBezTo>
                <a:cubicBezTo>
                  <a:pt x="4075333" y="518360"/>
                  <a:pt x="3882363" y="399049"/>
                  <a:pt x="3718396" y="468000"/>
                </a:cubicBezTo>
                <a:cubicBezTo>
                  <a:pt x="3554429" y="536951"/>
                  <a:pt x="3272440" y="399420"/>
                  <a:pt x="3095081" y="468000"/>
                </a:cubicBezTo>
                <a:cubicBezTo>
                  <a:pt x="2917722" y="536580"/>
                  <a:pt x="2792061" y="451568"/>
                  <a:pt x="2557741" y="468000"/>
                </a:cubicBezTo>
                <a:cubicBezTo>
                  <a:pt x="2323421" y="484432"/>
                  <a:pt x="2287387" y="418533"/>
                  <a:pt x="2106375" y="468000"/>
                </a:cubicBezTo>
                <a:cubicBezTo>
                  <a:pt x="1925363" y="517467"/>
                  <a:pt x="1809815" y="434211"/>
                  <a:pt x="1526047" y="468000"/>
                </a:cubicBezTo>
                <a:cubicBezTo>
                  <a:pt x="1242279" y="501789"/>
                  <a:pt x="1205843" y="441689"/>
                  <a:pt x="988707" y="468000"/>
                </a:cubicBezTo>
                <a:cubicBezTo>
                  <a:pt x="771571" y="494311"/>
                  <a:pt x="479154" y="371560"/>
                  <a:pt x="0" y="468000"/>
                </a:cubicBezTo>
                <a:cubicBezTo>
                  <a:pt x="-39448" y="349673"/>
                  <a:pt x="24276" y="174587"/>
                  <a:pt x="0" y="0"/>
                </a:cubicBezTo>
                <a:close/>
              </a:path>
              <a:path w="4298724" h="468000" stroke="0" extrusionOk="0">
                <a:moveTo>
                  <a:pt x="0" y="0"/>
                </a:moveTo>
                <a:cubicBezTo>
                  <a:pt x="145203" y="-34658"/>
                  <a:pt x="333332" y="16663"/>
                  <a:pt x="451366" y="0"/>
                </a:cubicBezTo>
                <a:cubicBezTo>
                  <a:pt x="569400" y="-16663"/>
                  <a:pt x="875207" y="54868"/>
                  <a:pt x="1074681" y="0"/>
                </a:cubicBezTo>
                <a:cubicBezTo>
                  <a:pt x="1274155" y="-54868"/>
                  <a:pt x="1462125" y="56897"/>
                  <a:pt x="1612022" y="0"/>
                </a:cubicBezTo>
                <a:cubicBezTo>
                  <a:pt x="1761919" y="-56897"/>
                  <a:pt x="1869942" y="27450"/>
                  <a:pt x="2106375" y="0"/>
                </a:cubicBezTo>
                <a:cubicBezTo>
                  <a:pt x="2342808" y="-27450"/>
                  <a:pt x="2475418" y="69611"/>
                  <a:pt x="2686703" y="0"/>
                </a:cubicBezTo>
                <a:cubicBezTo>
                  <a:pt x="2897988" y="-69611"/>
                  <a:pt x="3066353" y="64865"/>
                  <a:pt x="3267030" y="0"/>
                </a:cubicBezTo>
                <a:cubicBezTo>
                  <a:pt x="3467707" y="-64865"/>
                  <a:pt x="3659780" y="33279"/>
                  <a:pt x="3804371" y="0"/>
                </a:cubicBezTo>
                <a:cubicBezTo>
                  <a:pt x="3948962" y="-33279"/>
                  <a:pt x="4158684" y="757"/>
                  <a:pt x="4298724" y="0"/>
                </a:cubicBezTo>
                <a:cubicBezTo>
                  <a:pt x="4342896" y="192414"/>
                  <a:pt x="4255485" y="334598"/>
                  <a:pt x="4298724" y="468000"/>
                </a:cubicBezTo>
                <a:cubicBezTo>
                  <a:pt x="4073387" y="541444"/>
                  <a:pt x="3863034" y="398888"/>
                  <a:pt x="3675409" y="468000"/>
                </a:cubicBezTo>
                <a:cubicBezTo>
                  <a:pt x="3487785" y="537112"/>
                  <a:pt x="3396808" y="406844"/>
                  <a:pt x="3138069" y="468000"/>
                </a:cubicBezTo>
                <a:cubicBezTo>
                  <a:pt x="2879330" y="529156"/>
                  <a:pt x="2811323" y="438970"/>
                  <a:pt x="2514754" y="468000"/>
                </a:cubicBezTo>
                <a:cubicBezTo>
                  <a:pt x="2218185" y="497030"/>
                  <a:pt x="2139511" y="416789"/>
                  <a:pt x="1934426" y="468000"/>
                </a:cubicBezTo>
                <a:cubicBezTo>
                  <a:pt x="1729341" y="519211"/>
                  <a:pt x="1621793" y="413660"/>
                  <a:pt x="1311111" y="468000"/>
                </a:cubicBezTo>
                <a:cubicBezTo>
                  <a:pt x="1000430" y="522340"/>
                  <a:pt x="999315" y="453620"/>
                  <a:pt x="730783" y="468000"/>
                </a:cubicBezTo>
                <a:cubicBezTo>
                  <a:pt x="462251" y="482380"/>
                  <a:pt x="301257" y="463579"/>
                  <a:pt x="0" y="468000"/>
                </a:cubicBezTo>
                <a:cubicBezTo>
                  <a:pt x="-44974" y="314651"/>
                  <a:pt x="2401" y="131970"/>
                  <a:pt x="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368232693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kumimoji="1" lang="en-US" altLang="ja-JP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96F1417-2AB6-A8F3-44B2-23D2868BE0FB}"/>
              </a:ext>
            </a:extLst>
          </p:cNvPr>
          <p:cNvSpPr/>
          <p:nvPr/>
        </p:nvSpPr>
        <p:spPr>
          <a:xfrm>
            <a:off x="8953499" y="1666730"/>
            <a:ext cx="2547515" cy="468000"/>
          </a:xfrm>
          <a:custGeom>
            <a:avLst/>
            <a:gdLst>
              <a:gd name="connsiteX0" fmla="*/ 0 w 2547515"/>
              <a:gd name="connsiteY0" fmla="*/ 0 h 468000"/>
              <a:gd name="connsiteX1" fmla="*/ 636879 w 2547515"/>
              <a:gd name="connsiteY1" fmla="*/ 0 h 468000"/>
              <a:gd name="connsiteX2" fmla="*/ 1273758 w 2547515"/>
              <a:gd name="connsiteY2" fmla="*/ 0 h 468000"/>
              <a:gd name="connsiteX3" fmla="*/ 1834211 w 2547515"/>
              <a:gd name="connsiteY3" fmla="*/ 0 h 468000"/>
              <a:gd name="connsiteX4" fmla="*/ 2547515 w 2547515"/>
              <a:gd name="connsiteY4" fmla="*/ 0 h 468000"/>
              <a:gd name="connsiteX5" fmla="*/ 2547515 w 2547515"/>
              <a:gd name="connsiteY5" fmla="*/ 468000 h 468000"/>
              <a:gd name="connsiteX6" fmla="*/ 1859686 w 2547515"/>
              <a:gd name="connsiteY6" fmla="*/ 468000 h 468000"/>
              <a:gd name="connsiteX7" fmla="*/ 1248282 w 2547515"/>
              <a:gd name="connsiteY7" fmla="*/ 468000 h 468000"/>
              <a:gd name="connsiteX8" fmla="*/ 611404 w 2547515"/>
              <a:gd name="connsiteY8" fmla="*/ 468000 h 468000"/>
              <a:gd name="connsiteX9" fmla="*/ 0 w 2547515"/>
              <a:gd name="connsiteY9" fmla="*/ 468000 h 468000"/>
              <a:gd name="connsiteX10" fmla="*/ 0 w 2547515"/>
              <a:gd name="connsiteY10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47515" h="468000" fill="none" extrusionOk="0">
                <a:moveTo>
                  <a:pt x="0" y="0"/>
                </a:moveTo>
                <a:cubicBezTo>
                  <a:pt x="178551" y="6594"/>
                  <a:pt x="416376" y="12215"/>
                  <a:pt x="636879" y="0"/>
                </a:cubicBezTo>
                <a:cubicBezTo>
                  <a:pt x="857382" y="-12215"/>
                  <a:pt x="1018643" y="-27936"/>
                  <a:pt x="1273758" y="0"/>
                </a:cubicBezTo>
                <a:cubicBezTo>
                  <a:pt x="1528873" y="27936"/>
                  <a:pt x="1681579" y="-10901"/>
                  <a:pt x="1834211" y="0"/>
                </a:cubicBezTo>
                <a:cubicBezTo>
                  <a:pt x="1986843" y="10901"/>
                  <a:pt x="2370795" y="-23001"/>
                  <a:pt x="2547515" y="0"/>
                </a:cubicBezTo>
                <a:cubicBezTo>
                  <a:pt x="2565699" y="94720"/>
                  <a:pt x="2535655" y="333781"/>
                  <a:pt x="2547515" y="468000"/>
                </a:cubicBezTo>
                <a:cubicBezTo>
                  <a:pt x="2251401" y="479012"/>
                  <a:pt x="2142129" y="440912"/>
                  <a:pt x="1859686" y="468000"/>
                </a:cubicBezTo>
                <a:cubicBezTo>
                  <a:pt x="1577243" y="495088"/>
                  <a:pt x="1495364" y="462552"/>
                  <a:pt x="1248282" y="468000"/>
                </a:cubicBezTo>
                <a:cubicBezTo>
                  <a:pt x="1001200" y="473448"/>
                  <a:pt x="863528" y="458302"/>
                  <a:pt x="611404" y="468000"/>
                </a:cubicBezTo>
                <a:cubicBezTo>
                  <a:pt x="359280" y="477698"/>
                  <a:pt x="257109" y="472491"/>
                  <a:pt x="0" y="468000"/>
                </a:cubicBezTo>
                <a:cubicBezTo>
                  <a:pt x="1577" y="318222"/>
                  <a:pt x="22742" y="151943"/>
                  <a:pt x="0" y="0"/>
                </a:cubicBezTo>
                <a:close/>
              </a:path>
              <a:path w="2547515" h="468000" stroke="0" extrusionOk="0">
                <a:moveTo>
                  <a:pt x="0" y="0"/>
                </a:moveTo>
                <a:cubicBezTo>
                  <a:pt x="260411" y="-2707"/>
                  <a:pt x="407414" y="18186"/>
                  <a:pt x="585928" y="0"/>
                </a:cubicBezTo>
                <a:cubicBezTo>
                  <a:pt x="764442" y="-18186"/>
                  <a:pt x="953390" y="13369"/>
                  <a:pt x="1146382" y="0"/>
                </a:cubicBezTo>
                <a:cubicBezTo>
                  <a:pt x="1339374" y="-13369"/>
                  <a:pt x="1620941" y="31017"/>
                  <a:pt x="1834211" y="0"/>
                </a:cubicBezTo>
                <a:cubicBezTo>
                  <a:pt x="2047481" y="-31017"/>
                  <a:pt x="2245005" y="14830"/>
                  <a:pt x="2547515" y="0"/>
                </a:cubicBezTo>
                <a:cubicBezTo>
                  <a:pt x="2536405" y="192101"/>
                  <a:pt x="2557499" y="290208"/>
                  <a:pt x="2547515" y="468000"/>
                </a:cubicBezTo>
                <a:cubicBezTo>
                  <a:pt x="2270573" y="489331"/>
                  <a:pt x="2158318" y="440545"/>
                  <a:pt x="1987062" y="468000"/>
                </a:cubicBezTo>
                <a:cubicBezTo>
                  <a:pt x="1815806" y="495455"/>
                  <a:pt x="1602496" y="444501"/>
                  <a:pt x="1401133" y="468000"/>
                </a:cubicBezTo>
                <a:cubicBezTo>
                  <a:pt x="1199770" y="491499"/>
                  <a:pt x="921188" y="490199"/>
                  <a:pt x="789730" y="468000"/>
                </a:cubicBezTo>
                <a:cubicBezTo>
                  <a:pt x="658272" y="445801"/>
                  <a:pt x="327125" y="446726"/>
                  <a:pt x="0" y="468000"/>
                </a:cubicBezTo>
                <a:cubicBezTo>
                  <a:pt x="-2191" y="362093"/>
                  <a:pt x="-15191" y="141788"/>
                  <a:pt x="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18496174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04170AF9-0D78-0E63-94DA-128B1EB69229}"/>
              </a:ext>
            </a:extLst>
          </p:cNvPr>
          <p:cNvSpPr/>
          <p:nvPr/>
        </p:nvSpPr>
        <p:spPr>
          <a:xfrm rot="10800000">
            <a:off x="10000354" y="3524342"/>
            <a:ext cx="295275" cy="214745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グラフィックス 23" descr="同期中のクラウド 単色塗りつぶし">
            <a:extLst>
              <a:ext uri="{FF2B5EF4-FFF2-40B4-BE49-F238E27FC236}">
                <a16:creationId xmlns:a16="http://schemas.microsoft.com/office/drawing/2014/main" id="{3E7F2D3E-9FC2-0260-975E-B666A34A7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2761" y="78268"/>
            <a:ext cx="540000" cy="540000"/>
          </a:xfrm>
          <a:prstGeom prst="rect">
            <a:avLst/>
          </a:prstGeom>
        </p:spPr>
      </p:pic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4F77E43-C0F6-0BD4-F301-CE0A87A9C7C8}"/>
              </a:ext>
            </a:extLst>
          </p:cNvPr>
          <p:cNvSpPr/>
          <p:nvPr/>
        </p:nvSpPr>
        <p:spPr>
          <a:xfrm>
            <a:off x="1762296" y="5541535"/>
            <a:ext cx="4691560" cy="46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オンプレ環境での開発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D6819E9-107E-076A-161E-A52DF7CED7CE}"/>
              </a:ext>
            </a:extLst>
          </p:cNvPr>
          <p:cNvSpPr/>
          <p:nvPr/>
        </p:nvSpPr>
        <p:spPr>
          <a:xfrm>
            <a:off x="6453856" y="6092432"/>
            <a:ext cx="5585743" cy="468000"/>
          </a:xfrm>
          <a:prstGeom prst="rect">
            <a:avLst/>
          </a:prstGeom>
          <a:gradFill>
            <a:gsLst>
              <a:gs pos="0">
                <a:schemeClr val="bg1"/>
              </a:gs>
              <a:gs pos="47000">
                <a:schemeClr val="accent2">
                  <a:lumMod val="50000"/>
                </a:schemeClr>
              </a:gs>
              <a:gs pos="28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環境下での開発</a:t>
            </a:r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E1BE85CF-09F0-CD3E-4F40-F51BF5AC564B}"/>
              </a:ext>
            </a:extLst>
          </p:cNvPr>
          <p:cNvSpPr/>
          <p:nvPr/>
        </p:nvSpPr>
        <p:spPr>
          <a:xfrm rot="10800000">
            <a:off x="6630169" y="5646722"/>
            <a:ext cx="295275" cy="21474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ECFA3AF-BFD9-7BBB-33F6-6D2181F1E85B}"/>
              </a:ext>
            </a:extLst>
          </p:cNvPr>
          <p:cNvSpPr txBox="1"/>
          <p:nvPr/>
        </p:nvSpPr>
        <p:spPr>
          <a:xfrm>
            <a:off x="10269330" y="3445098"/>
            <a:ext cx="16610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project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開発へ適用</a:t>
            </a:r>
            <a:endParaRPr kumimoji="1"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9" name="グラフィックス 38" descr="コンピューター 単色塗りつぶし">
            <a:extLst>
              <a:ext uri="{FF2B5EF4-FFF2-40B4-BE49-F238E27FC236}">
                <a16:creationId xmlns:a16="http://schemas.microsoft.com/office/drawing/2014/main" id="{E0EA207B-460E-9D7C-7880-900435062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3110" y="78268"/>
            <a:ext cx="540000" cy="540000"/>
          </a:xfrm>
          <a:prstGeom prst="rect">
            <a:avLst/>
          </a:prstGeom>
        </p:spPr>
      </p:pic>
      <p:sp>
        <p:nvSpPr>
          <p:cNvPr id="40" name="二等辺三角形 39">
            <a:extLst>
              <a:ext uri="{FF2B5EF4-FFF2-40B4-BE49-F238E27FC236}">
                <a16:creationId xmlns:a16="http://schemas.microsoft.com/office/drawing/2014/main" id="{5FB1BE96-4374-AD66-D61C-9762C55C4CDA}"/>
              </a:ext>
            </a:extLst>
          </p:cNvPr>
          <p:cNvSpPr/>
          <p:nvPr/>
        </p:nvSpPr>
        <p:spPr>
          <a:xfrm rot="5400000">
            <a:off x="5165298" y="238351"/>
            <a:ext cx="295275" cy="24544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790DA22-8BD9-916E-65C1-4A52317A1213}"/>
              </a:ext>
            </a:extLst>
          </p:cNvPr>
          <p:cNvSpPr/>
          <p:nvPr/>
        </p:nvSpPr>
        <p:spPr>
          <a:xfrm>
            <a:off x="1762296" y="2177597"/>
            <a:ext cx="761829" cy="432000"/>
          </a:xfrm>
          <a:prstGeom prst="rect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コーディング</a:t>
            </a:r>
            <a:endParaRPr kumimoji="1"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97984C1-BE02-29FB-F0C7-263B684BDFE9}"/>
              </a:ext>
            </a:extLst>
          </p:cNvPr>
          <p:cNvSpPr/>
          <p:nvPr/>
        </p:nvSpPr>
        <p:spPr>
          <a:xfrm>
            <a:off x="2524126" y="2177597"/>
            <a:ext cx="1571624" cy="432000"/>
          </a:xfrm>
          <a:prstGeom prst="rect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テスト・改善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EBAFAAE0-DB77-6489-2A18-E4DE5C93E9EF}"/>
              </a:ext>
            </a:extLst>
          </p:cNvPr>
          <p:cNvSpPr/>
          <p:nvPr/>
        </p:nvSpPr>
        <p:spPr>
          <a:xfrm>
            <a:off x="4545537" y="2177597"/>
            <a:ext cx="2619218" cy="432000"/>
          </a:xfrm>
          <a:prstGeom prst="rect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コーディング</a:t>
            </a:r>
            <a:endParaRPr kumimoji="1"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B19D965-1E50-C8A0-B2BC-53AB142814B2}"/>
              </a:ext>
            </a:extLst>
          </p:cNvPr>
          <p:cNvSpPr/>
          <p:nvPr/>
        </p:nvSpPr>
        <p:spPr>
          <a:xfrm>
            <a:off x="7164755" y="2177597"/>
            <a:ext cx="1656736" cy="432000"/>
          </a:xfrm>
          <a:prstGeom prst="rect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テスト・改善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90B79A5-7C65-A058-72EF-3558C972253D}"/>
              </a:ext>
            </a:extLst>
          </p:cNvPr>
          <p:cNvSpPr/>
          <p:nvPr/>
        </p:nvSpPr>
        <p:spPr>
          <a:xfrm>
            <a:off x="8953499" y="2195484"/>
            <a:ext cx="2115824" cy="432000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コーディング</a:t>
            </a:r>
            <a:endParaRPr kumimoji="1"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6408272-2131-D1CB-52F6-CD7D8AD68479}"/>
              </a:ext>
            </a:extLst>
          </p:cNvPr>
          <p:cNvSpPr/>
          <p:nvPr/>
        </p:nvSpPr>
        <p:spPr>
          <a:xfrm>
            <a:off x="11178561" y="2195484"/>
            <a:ext cx="983036" cy="432000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テスト・改善</a:t>
            </a:r>
          </a:p>
        </p:txBody>
      </p:sp>
      <p:sp>
        <p:nvSpPr>
          <p:cNvPr id="47" name="二等辺三角形 46">
            <a:extLst>
              <a:ext uri="{FF2B5EF4-FFF2-40B4-BE49-F238E27FC236}">
                <a16:creationId xmlns:a16="http://schemas.microsoft.com/office/drawing/2014/main" id="{EF05ED7A-DD51-F470-3222-0028F7964BAD}"/>
              </a:ext>
            </a:extLst>
          </p:cNvPr>
          <p:cNvSpPr/>
          <p:nvPr/>
        </p:nvSpPr>
        <p:spPr>
          <a:xfrm rot="10800000">
            <a:off x="8526216" y="3069184"/>
            <a:ext cx="295275" cy="214745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4DEF6CE-94A3-3952-2B35-0E9F3A388081}"/>
              </a:ext>
            </a:extLst>
          </p:cNvPr>
          <p:cNvSpPr txBox="1"/>
          <p:nvPr/>
        </p:nvSpPr>
        <p:spPr>
          <a:xfrm>
            <a:off x="8821491" y="301019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移行開始</a:t>
            </a:r>
            <a:endParaRPr kumimoji="1"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二等辺三角形 50">
            <a:extLst>
              <a:ext uri="{FF2B5EF4-FFF2-40B4-BE49-F238E27FC236}">
                <a16:creationId xmlns:a16="http://schemas.microsoft.com/office/drawing/2014/main" id="{CE9ACEC5-1237-3E34-14F0-169B59A51271}"/>
              </a:ext>
            </a:extLst>
          </p:cNvPr>
          <p:cNvSpPr/>
          <p:nvPr/>
        </p:nvSpPr>
        <p:spPr>
          <a:xfrm rot="10800000">
            <a:off x="4473611" y="4285373"/>
            <a:ext cx="295275" cy="23590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127CEDF-D7F6-8D7A-1231-B8783720FE6E}"/>
              </a:ext>
            </a:extLst>
          </p:cNvPr>
          <p:cNvSpPr txBox="1"/>
          <p:nvPr/>
        </p:nvSpPr>
        <p:spPr>
          <a:xfrm>
            <a:off x="4723329" y="4218104"/>
            <a:ext cx="2023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連携のための検討利用可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FCD7D106-AC5C-7BE2-8083-CD5DA9E85A71}"/>
              </a:ext>
            </a:extLst>
          </p:cNvPr>
          <p:cNvSpPr/>
          <p:nvPr/>
        </p:nvSpPr>
        <p:spPr>
          <a:xfrm>
            <a:off x="5043637" y="4494698"/>
            <a:ext cx="2792752" cy="276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テーブル閲覧</a:t>
            </a:r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編集</a:t>
            </a:r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データエクスポート可能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666AC25D-231D-5C99-1430-415D41157D52}"/>
              </a:ext>
            </a:extLst>
          </p:cNvPr>
          <p:cNvSpPr/>
          <p:nvPr/>
        </p:nvSpPr>
        <p:spPr>
          <a:xfrm>
            <a:off x="4575691" y="1157341"/>
            <a:ext cx="3483800" cy="5016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月頭のオンプレと同等の</a:t>
            </a:r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project</a:t>
            </a:r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メンバーでの</a:t>
            </a:r>
            <a:endParaRPr kumimoji="1"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システム利用・活用が可能な状態する</a:t>
            </a:r>
            <a:endParaRPr kumimoji="1"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D211D8B-A64A-1414-D720-E7BAE9D623E7}"/>
              </a:ext>
            </a:extLst>
          </p:cNvPr>
          <p:cNvSpPr/>
          <p:nvPr/>
        </p:nvSpPr>
        <p:spPr>
          <a:xfrm>
            <a:off x="8046890" y="1257678"/>
            <a:ext cx="3483800" cy="3449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機能追加・</a:t>
            </a:r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UI/UX</a:t>
            </a:r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の改善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AC7DCB3-DCDD-5DF4-6D51-3C702E078776}"/>
              </a:ext>
            </a:extLst>
          </p:cNvPr>
          <p:cNvSpPr txBox="1"/>
          <p:nvPr/>
        </p:nvSpPr>
        <p:spPr>
          <a:xfrm>
            <a:off x="6453856" y="341059"/>
            <a:ext cx="55857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accent1">
                    <a:lumMod val="50000"/>
                  </a:schemeClr>
                </a:solidFill>
              </a:rPr>
              <a:t>※</a:t>
            </a:r>
            <a:r>
              <a:rPr kumimoji="1" lang="ja-JP" altLang="en-US" dirty="0">
                <a:solidFill>
                  <a:schemeClr val="accent1">
                    <a:lumMod val="50000"/>
                  </a:schemeClr>
                </a:solidFill>
              </a:rPr>
              <a:t>フェーズ</a:t>
            </a:r>
            <a:r>
              <a:rPr kumimoji="1" lang="en-US" altLang="ja-JP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kumimoji="1" lang="ja-JP" altLang="en-US" dirty="0">
                <a:solidFill>
                  <a:schemeClr val="accent1">
                    <a:lumMod val="50000"/>
                  </a:schemeClr>
                </a:solidFill>
              </a:rPr>
              <a:t>，</a:t>
            </a:r>
            <a:r>
              <a:rPr kumimoji="1" lang="en-US" altLang="ja-JP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kumimoji="1" lang="ja-JP" altLang="en-US" dirty="0">
                <a:solidFill>
                  <a:schemeClr val="accent1">
                    <a:lumMod val="50000"/>
                  </a:schemeClr>
                </a:solidFill>
              </a:rPr>
              <a:t>の日程は、</a:t>
            </a:r>
            <a:r>
              <a:rPr kumimoji="1" lang="en-US" altLang="ja-JP" dirty="0">
                <a:solidFill>
                  <a:schemeClr val="accent1">
                    <a:lumMod val="50000"/>
                  </a:schemeClr>
                </a:solidFill>
              </a:rPr>
              <a:t>NATV</a:t>
            </a:r>
            <a:r>
              <a:rPr kumimoji="1" lang="ja-JP" altLang="en-US" dirty="0">
                <a:solidFill>
                  <a:schemeClr val="accent1">
                    <a:lumMod val="50000"/>
                  </a:schemeClr>
                </a:solidFill>
              </a:rPr>
              <a:t>と未合意（調整中</a:t>
            </a:r>
            <a:r>
              <a:rPr kumimoji="1" lang="en-US" altLang="ja-JP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45D662C-BC74-6B08-C384-7C87F0A20DC6}"/>
              </a:ext>
            </a:extLst>
          </p:cNvPr>
          <p:cNvSpPr/>
          <p:nvPr/>
        </p:nvSpPr>
        <p:spPr>
          <a:xfrm>
            <a:off x="11501015" y="1666730"/>
            <a:ext cx="660582" cy="46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latin typeface="Meiryo UI" panose="020B0604030504040204" pitchFamily="50" charset="-128"/>
                <a:ea typeface="Meiryo UI" panose="020B0604030504040204" pitchFamily="50" charset="-128"/>
              </a:rPr>
              <a:t>継続改善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67EA7A2-1C0C-8C94-9188-3065E1A05EE7}"/>
              </a:ext>
            </a:extLst>
          </p:cNvPr>
          <p:cNvSpPr txBox="1"/>
          <p:nvPr/>
        </p:nvSpPr>
        <p:spPr>
          <a:xfrm>
            <a:off x="1595016" y="1290578"/>
            <a:ext cx="3241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他システムとの連携検討に利用可能な状態にする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8B88DF72-4EFD-0B1B-A711-D3B28C0D26C8}"/>
              </a:ext>
            </a:extLst>
          </p:cNvPr>
          <p:cNvSpPr/>
          <p:nvPr/>
        </p:nvSpPr>
        <p:spPr>
          <a:xfrm rot="10800000">
            <a:off x="8533614" y="4238381"/>
            <a:ext cx="295275" cy="23590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6CBE1D-E67B-6B24-69C5-56CDB8C47A3C}"/>
              </a:ext>
            </a:extLst>
          </p:cNvPr>
          <p:cNvSpPr txBox="1"/>
          <p:nvPr/>
        </p:nvSpPr>
        <p:spPr>
          <a:xfrm>
            <a:off x="8828889" y="4214287"/>
            <a:ext cx="148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連携のための実装</a:t>
            </a:r>
          </a:p>
        </p:txBody>
      </p:sp>
      <p:sp>
        <p:nvSpPr>
          <p:cNvPr id="18" name="二等辺三角形 17">
            <a:extLst>
              <a:ext uri="{FF2B5EF4-FFF2-40B4-BE49-F238E27FC236}">
                <a16:creationId xmlns:a16="http://schemas.microsoft.com/office/drawing/2014/main" id="{DE4FDA3D-453E-0176-F1C9-900DCB6D5752}"/>
              </a:ext>
            </a:extLst>
          </p:cNvPr>
          <p:cNvSpPr/>
          <p:nvPr/>
        </p:nvSpPr>
        <p:spPr>
          <a:xfrm rot="10800000">
            <a:off x="4473611" y="4936697"/>
            <a:ext cx="295275" cy="23590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742A9E2-78B8-D0CC-62BC-B8B2A91549FD}"/>
              </a:ext>
            </a:extLst>
          </p:cNvPr>
          <p:cNvSpPr txBox="1"/>
          <p:nvPr/>
        </p:nvSpPr>
        <p:spPr>
          <a:xfrm>
            <a:off x="4723329" y="4890211"/>
            <a:ext cx="255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UI/UX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改善のための検討利用可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492D6A6-3B42-133C-A671-C85584328CED}"/>
              </a:ext>
            </a:extLst>
          </p:cNvPr>
          <p:cNvSpPr/>
          <p:nvPr/>
        </p:nvSpPr>
        <p:spPr>
          <a:xfrm>
            <a:off x="6520959" y="5417201"/>
            <a:ext cx="2196684" cy="5789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NATV-UU3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並行開発可</a:t>
            </a:r>
          </a:p>
        </p:txBody>
      </p:sp>
      <p:sp>
        <p:nvSpPr>
          <p:cNvPr id="26" name="二等辺三角形 25">
            <a:extLst>
              <a:ext uri="{FF2B5EF4-FFF2-40B4-BE49-F238E27FC236}">
                <a16:creationId xmlns:a16="http://schemas.microsoft.com/office/drawing/2014/main" id="{C57DF1D7-3775-F72A-2DD7-22689E819D13}"/>
              </a:ext>
            </a:extLst>
          </p:cNvPr>
          <p:cNvSpPr/>
          <p:nvPr/>
        </p:nvSpPr>
        <p:spPr>
          <a:xfrm rot="10800000">
            <a:off x="4473611" y="6115367"/>
            <a:ext cx="295275" cy="23590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EB1D688-6702-2C1B-A7BB-006E8E5B7243}"/>
              </a:ext>
            </a:extLst>
          </p:cNvPr>
          <p:cNvSpPr txBox="1"/>
          <p:nvPr/>
        </p:nvSpPr>
        <p:spPr>
          <a:xfrm>
            <a:off x="4833368" y="6079431"/>
            <a:ext cx="1402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MBSE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チームでの</a:t>
            </a:r>
            <a:endParaRPr kumimoji="1"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要求の検討</a:t>
            </a:r>
          </a:p>
        </p:txBody>
      </p:sp>
    </p:spTree>
    <p:extLst>
      <p:ext uri="{BB962C8B-B14F-4D97-AF65-F5344CB8AC3E}">
        <p14:creationId xmlns:p14="http://schemas.microsoft.com/office/powerpoint/2010/main" val="80202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22DF5EC76AD5F4EA88C52DB11C87D2C" ma:contentTypeVersion="14" ma:contentTypeDescription="新しいドキュメントを作成します。" ma:contentTypeScope="" ma:versionID="47a19aae55b5424b4de8f327575e57c4">
  <xsd:schema xmlns:xsd="http://www.w3.org/2001/XMLSchema" xmlns:xs="http://www.w3.org/2001/XMLSchema" xmlns:p="http://schemas.microsoft.com/office/2006/metadata/properties" xmlns:ns2="b55720db-454e-4cb4-9b5d-6e439f3c8752" xmlns:ns3="a5d0ae56-3e10-4a3c-914e-121706b5d401" targetNamespace="http://schemas.microsoft.com/office/2006/metadata/properties" ma:root="true" ma:fieldsID="a3df4e241428da7a843a8dfe1b0a8d25" ns2:_="" ns3:_="">
    <xsd:import namespace="b55720db-454e-4cb4-9b5d-6e439f3c8752"/>
    <xsd:import namespace="a5d0ae56-3e10-4a3c-914e-121706b5d4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720db-454e-4cb4-9b5d-6e439f3c87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4e993f94-6c0e-4a87-8957-b0e4ba0de1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0ae56-3e10-4a3c-914e-121706b5d40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d5b7f99-572e-4a22-bece-7af785256112}" ma:internalName="TaxCatchAll" ma:showField="CatchAllData" ma:web="a5d0ae56-3e10-4a3c-914e-121706b5d4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d0ae56-3e10-4a3c-914e-121706b5d401" xsi:nil="true"/>
    <lcf76f155ced4ddcb4097134ff3c332f xmlns="b55720db-454e-4cb4-9b5d-6e439f3c875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7B8B1B6-1C60-4AEC-B7E4-03A37F4652C5}"/>
</file>

<file path=customXml/itemProps2.xml><?xml version="1.0" encoding="utf-8"?>
<ds:datastoreItem xmlns:ds="http://schemas.openxmlformats.org/officeDocument/2006/customXml" ds:itemID="{58822FC3-1B5C-458A-A00A-6E8BBD48288F}"/>
</file>

<file path=customXml/itemProps3.xml><?xml version="1.0" encoding="utf-8"?>
<ds:datastoreItem xmlns:ds="http://schemas.openxmlformats.org/officeDocument/2006/customXml" ds:itemID="{19E8CB6F-6383-4C8C-A485-8068FA5D4A4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181</Words>
  <Application>Microsoft Office PowerPoint</Application>
  <PresentationFormat>ワイド画面</PresentationFormat>
  <Paragraphs>51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Meiryo UI</vt:lpstr>
      <vt:lpstr>游ゴシック</vt:lpstr>
      <vt:lpstr>Aptos</vt:lpstr>
      <vt:lpstr>Aptos Display</vt:lpstr>
      <vt:lpstr>Arial</vt:lpstr>
      <vt:lpstr>Ink Free</vt:lpstr>
      <vt:lpstr>Office Theme</vt:lpstr>
      <vt:lpstr>PowerPoint プレゼンテーション</vt:lpstr>
    </vt:vector>
  </TitlesOfParts>
  <Company>Nissan Motor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KAWABUCHI, TOMOYA</dc:creator>
  <cp:keywords/>
  <cp:lastModifiedBy>KAWABUCHI, TOMOYA</cp:lastModifiedBy>
  <cp:revision>2</cp:revision>
  <dcterms:created xsi:type="dcterms:W3CDTF">2025-10-22T11:49:11Z</dcterms:created>
  <dcterms:modified xsi:type="dcterms:W3CDTF">2025-11-05T01:15:40Z</dcterms:modified>
  <cp:category>NONE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0x010100822DF5EC76AD5F4EA88C52DB11C87D2C</vt:lpwstr>
  </property>
</Properties>
</file>